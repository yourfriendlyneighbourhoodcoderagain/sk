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f756cfa7cb4411" /><Relationship Type="http://schemas.openxmlformats.org/officeDocument/2006/relationships/extended-properties" Target="/docProps/app.xml" Id="Rd644caa8820d4987" /><Relationship Type="http://schemas.openxmlformats.org/officeDocument/2006/relationships/officeDocument" Target="/ppt/presentation.xml" Id="Rd5016c1f02b445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b0ec00211d4a80"/>
  </p:sldMasterIdLst>
  <p:notesMasterIdLst>
    <p:notesMasterId xmlns:r="http://schemas.openxmlformats.org/officeDocument/2006/relationships" r:id="R9a905ec752a849b7"/>
  </p:notesMasterIdLst>
  <p:sldIdLst>
    <p:sldId xmlns:r="http://schemas.openxmlformats.org/officeDocument/2006/relationships" id="256" r:id="R1aca28c080474968"/>
    <p:sldId xmlns:r="http://schemas.openxmlformats.org/officeDocument/2006/relationships" id="257" r:id="R4388b2a09708433d"/>
    <p:sldId xmlns:r="http://schemas.openxmlformats.org/officeDocument/2006/relationships" id="258" r:id="Rafeebe4404b04804"/>
    <p:sldId xmlns:r="http://schemas.openxmlformats.org/officeDocument/2006/relationships" id="259" r:id="Rfaf0d291d0e24259"/>
    <p:sldId xmlns:r="http://schemas.openxmlformats.org/officeDocument/2006/relationships" id="260" r:id="R77a1456a44bb4726"/>
    <p:sldId xmlns:r="http://schemas.openxmlformats.org/officeDocument/2006/relationships" id="261" r:id="R6ebe917838fa43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d304f023064611" /><Relationship Type="http://schemas.openxmlformats.org/officeDocument/2006/relationships/slideMaster" Target="/ppt/slideMasters/slideMaster1.xml" Id="R8ab0ec00211d4a80" /><Relationship Type="http://schemas.openxmlformats.org/officeDocument/2006/relationships/notesMaster" Target="/ppt/notesMasters/notesMaster1.xml" Id="R9a905ec752a849b7" /><Relationship Type="http://schemas.openxmlformats.org/officeDocument/2006/relationships/presProps" Target="/ppt/presProps.xml" Id="Ra75546349c8e4acd" /><Relationship Type="http://schemas.openxmlformats.org/officeDocument/2006/relationships/viewProps" Target="/ppt/viewProps.xml" Id="R0e6980ba59ba4f01" /><Relationship Type="http://schemas.openxmlformats.org/officeDocument/2006/relationships/tableStyles" Target="/ppt/tableStyles.xml" Id="R200124ef611542d6" /><Relationship Type="http://schemas.openxmlformats.org/officeDocument/2006/relationships/slide" Target="/ppt/slides/slide1.xml" Id="R1aca28c080474968" /><Relationship Type="http://schemas.openxmlformats.org/officeDocument/2006/relationships/slide" Target="/ppt/slides/slide2.xml" Id="R4388b2a09708433d" /><Relationship Type="http://schemas.openxmlformats.org/officeDocument/2006/relationships/slide" Target="/ppt/slides/slide3.xml" Id="Rafeebe4404b04804" /><Relationship Type="http://schemas.openxmlformats.org/officeDocument/2006/relationships/slide" Target="/ppt/slides/slide4.xml" Id="Rfaf0d291d0e24259" /><Relationship Type="http://schemas.openxmlformats.org/officeDocument/2006/relationships/slide" Target="/ppt/slides/slide5.xml" Id="R77a1456a44bb4726" /><Relationship Type="http://schemas.openxmlformats.org/officeDocument/2006/relationships/slide" Target="/ppt/slides/slide6.xml" Id="R6ebe917838fa43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8ca4a3c6a748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8b5b379c6d4f9a" /><Relationship Type="http://schemas.openxmlformats.org/officeDocument/2006/relationships/notesMaster" Target="/ppt/notesMasters/notesMaster1.xml" Id="R34ab7e9a19964b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8da00ef6274e68" /><Relationship Type="http://schemas.openxmlformats.org/officeDocument/2006/relationships/notesMaster" Target="/ppt/notesMasters/notesMaster1.xml" Id="Rcb4e979ea4b647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6b820239bd4be4" /><Relationship Type="http://schemas.openxmlformats.org/officeDocument/2006/relationships/notesMaster" Target="/ppt/notesMasters/notesMaster1.xml" Id="Rc519f1b0cd684f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786ac5cd714925" /><Relationship Type="http://schemas.openxmlformats.org/officeDocument/2006/relationships/notesMaster" Target="/ppt/notesMasters/notesMaster1.xml" Id="R6c5da62b8f384b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a74edf43794036" /><Relationship Type="http://schemas.openxmlformats.org/officeDocument/2006/relationships/notesMaster" Target="/ppt/notesMasters/notesMaster1.xml" Id="R718ee85b12ce4a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10db848495423e" /><Relationship Type="http://schemas.openxmlformats.org/officeDocument/2006/relationships/notesMaster" Target="/ppt/notesMasters/notesMaster1.xml" Id="R50f247fc7f524e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c651efd0ca4c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b6aee88ead4c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ab03f37d345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76dda7c974e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3bbed7c8b4c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5bce909dd468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678ad37c64c4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b781080314d8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44d8e422d4c3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7ab3b2ad649e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9a4f30ab042d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B59CDE-9319-4CAF-ADB5-B48904332B3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C1BFB20-16BE-482E-9B31-B31433EE7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EA0178-1CC4-48CA-A85A-78BCEB6C81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6882D05-08C9-40C4-B2EA-748FC1AFFC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DBBBD7-28F3-4966-B982-6116B11125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4CB350-107D-439D-9557-545A592369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173D3C-B760-46F2-9C5F-AA8DFA96457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C0CE70F-F403-4091-8E23-7EE123A483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B79C68F-3394-4069-A13B-C2ADBE9B24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9D43B3-F5DD-4886-B709-88F01D9035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A7AAA-96C5-4E55-8E12-206CD0458D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CEFB7D4-15F9-4CB1-B133-324A299A7C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3234E90-8B2F-483C-92F3-DED5D5A8CD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D003D6-0128-4881-B166-A653D8AD07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361D44-57BA-46A6-BF93-3B7343FEF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AAFD23-55D7-4EB7-817A-DB23BB30B4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928506-736C-4339-BE42-478894C37A6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7689C59-0299-448F-980F-235C40EE0F2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9DE1C72-7843-4CED-B7AC-A853A0CEB1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9B0271-8400-4040-8F55-333733187B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9E5758-48CC-4BDE-8DD2-C7F789449F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21F639-A97F-4DD4-91F5-3ECF6384B9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69215E-0416-4D0D-87D8-13F294CB0E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3D48D3-5F72-42AB-956C-D6F17424C2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C015719-AC3F-4E95-9319-0052F172408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53A8E87-216C-495C-A876-6CC91BB2698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971DCA-C8F5-449A-88BF-0A23552279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8B438E-5874-4643-90BD-8537F96D01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CB015C-0047-4D64-9D40-CE737DE935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7475C6-12DA-4C69-A46B-01DCDCEDDB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80435C-820B-4B1A-9E7C-2CF9F35611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BC98CA-6412-40A3-BB26-F4AFAE5095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CC2573-D9A3-409D-A0C6-070974A62B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17DD10-0B99-4DCA-869B-4A0C106731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E13C431-4205-46FD-8527-C7B4261542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0D30F7-0250-4462-93BB-AA479451AE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4BEC44-EFDA-4B62-A645-2A1ED16748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2E9C3E8-3D1C-4562-8D18-C5E664CABC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49E7CA8-44B3-46A0-8E57-FFC9646E21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2291FBF-F91C-41E5-B9A4-4CDD39D2E0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E4AF67A-8A6C-4A94-B49E-CF5FA03FB7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7AB59E-A3D6-46A9-86BF-0FEAFE9C22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6063EF-5F0B-4412-905B-97BB70C1E0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B7F3286-6DC4-42E8-BEE3-85FFD84D795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01F7B1D-5637-40A6-BDFC-6D3E3FD938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3CF833-DA5C-468A-A432-31D144E7E3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906ACB-AB5E-44E7-BC4C-CA032FD4D4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89D9F9-ACA6-415F-9B95-1AF2548793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F34400-76DB-4942-833F-704CFA139B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0CBDF43-C389-48FE-B4AF-AD2603B6AA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A382FD-35CF-4D2C-BD01-941E81EBA9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B4CD2E-5FAA-4FB8-9AA0-519B18E723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DE6C63-9896-43B2-B891-308E418785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A7CB88-A97D-4BF6-A504-1BC5A071B0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F1DA934-D820-4312-B360-D287D527E9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2BFDF86-C28B-4D8D-9EC0-A4D5F45631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C8C7020-8710-4519-AF1B-2912FA021B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29AE88-0268-4418-8358-63B4B583D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c761a0b0944b5c" /><Relationship Type="http://schemas.openxmlformats.org/officeDocument/2006/relationships/slideLayout" Target="/ppt/slideLayouts/slideLayout1.xml" Id="R16f2bfd3a35d4668" /><Relationship Type="http://schemas.openxmlformats.org/officeDocument/2006/relationships/slideLayout" Target="/ppt/slideLayouts/slideLayout2.xml" Id="Rfcdbbdf8396b4ba1" /><Relationship Type="http://schemas.openxmlformats.org/officeDocument/2006/relationships/slideLayout" Target="/ppt/slideLayouts/slideLayout3.xml" Id="R6489fc5e88854b8c" /><Relationship Type="http://schemas.openxmlformats.org/officeDocument/2006/relationships/slideLayout" Target="/ppt/slideLayouts/slideLayout4.xml" Id="R6e1ca845629f41f9" /><Relationship Type="http://schemas.openxmlformats.org/officeDocument/2006/relationships/slideLayout" Target="/ppt/slideLayouts/slideLayout5.xml" Id="R004ae811655b46a6" /><Relationship Type="http://schemas.openxmlformats.org/officeDocument/2006/relationships/slideLayout" Target="/ppt/slideLayouts/slideLayout6.xml" Id="Rde3a712ac2334560" /><Relationship Type="http://schemas.openxmlformats.org/officeDocument/2006/relationships/slideLayout" Target="/ppt/slideLayouts/slideLayout7.xml" Id="Rd5914c4ee0824e68" /><Relationship Type="http://schemas.openxmlformats.org/officeDocument/2006/relationships/slideLayout" Target="/ppt/slideLayouts/slideLayout8.xml" Id="R4fff1773aa894b30" /><Relationship Type="http://schemas.openxmlformats.org/officeDocument/2006/relationships/slideLayout" Target="/ppt/slideLayouts/slideLayout9.xml" Id="Rfcdedf9347d04830" /><Relationship Type="http://schemas.openxmlformats.org/officeDocument/2006/relationships/slideLayout" Target="/ppt/slideLayouts/slideLayout10.xml" Id="Ra2df6525f4e34f83" /><Relationship Type="http://schemas.openxmlformats.org/officeDocument/2006/relationships/slideLayout" Target="/ppt/slideLayouts/slideLayout11.xml" Id="R9bc38190d6a6402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3A0BD09-5364-447E-A5E9-3CBB31F29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B28A2B2-0CF4-4838-B975-EF22C17918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6F4482-4C6B-4016-A5F0-15C38E33A0C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701ED6-61E3-4975-BD72-F6A52B2B87F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1FF244-C764-4F3A-8BE8-77AEE892F1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f2bfd3a35d4668"/>
    <p:sldLayoutId xmlns:r="http://schemas.openxmlformats.org/officeDocument/2006/relationships" id="2147483650" r:id="Rfcdbbdf8396b4ba1"/>
    <p:sldLayoutId xmlns:r="http://schemas.openxmlformats.org/officeDocument/2006/relationships" id="2147483651" r:id="R6489fc5e88854b8c"/>
    <p:sldLayoutId xmlns:r="http://schemas.openxmlformats.org/officeDocument/2006/relationships" id="2147483652" r:id="R6e1ca845629f41f9"/>
    <p:sldLayoutId xmlns:r="http://schemas.openxmlformats.org/officeDocument/2006/relationships" id="2147483653" r:id="R004ae811655b46a6"/>
    <p:sldLayoutId xmlns:r="http://schemas.openxmlformats.org/officeDocument/2006/relationships" id="2147483654" r:id="Rde3a712ac2334560"/>
    <p:sldLayoutId xmlns:r="http://schemas.openxmlformats.org/officeDocument/2006/relationships" id="2147483655" r:id="Rd5914c4ee0824e68"/>
    <p:sldLayoutId xmlns:r="http://schemas.openxmlformats.org/officeDocument/2006/relationships" id="2147483656" r:id="R4fff1773aa894b30"/>
    <p:sldLayoutId xmlns:r="http://schemas.openxmlformats.org/officeDocument/2006/relationships" id="2147483657" r:id="Rfcdedf9347d04830"/>
    <p:sldLayoutId xmlns:r="http://schemas.openxmlformats.org/officeDocument/2006/relationships" id="2147483658" r:id="Ra2df6525f4e34f83"/>
    <p:sldLayoutId xmlns:r="http://schemas.openxmlformats.org/officeDocument/2006/relationships" id="2147483659" r:id="R9bc38190d6a64021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ac31ad2c94941" /><Relationship Type="http://schemas.openxmlformats.org/officeDocument/2006/relationships/image" Target="/ppt/media/image.png" Id="R630ad768d5bd487e" /><Relationship Type="http://schemas.openxmlformats.org/officeDocument/2006/relationships/image" Target="/ppt/media/image2.png" Id="R8ba718b4a15143b2" /><Relationship Type="http://schemas.openxmlformats.org/officeDocument/2006/relationships/notesSlide" Target="/ppt/notesSlides/notesSlide1.xml" Id="Rd33414cfcc2d43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b2a41d687f4960" /><Relationship Type="http://schemas.openxmlformats.org/officeDocument/2006/relationships/image" Target="/ppt/media/image2.png" Id="R2203f8bfdf114b36" /><Relationship Type="http://schemas.openxmlformats.org/officeDocument/2006/relationships/notesSlide" Target="/ppt/notesSlides/notesSlide2.xml" Id="Rfd5b20ec8d5341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88a82bd86143a2" /><Relationship Type="http://schemas.openxmlformats.org/officeDocument/2006/relationships/image" Target="/ppt/media/image2.png" Id="R55f19a665bd0464c" /><Relationship Type="http://schemas.openxmlformats.org/officeDocument/2006/relationships/notesSlide" Target="/ppt/notesSlides/notesSlide3.xml" Id="Rf4a248f2619a49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00f89768944a03" /><Relationship Type="http://schemas.openxmlformats.org/officeDocument/2006/relationships/image" Target="/ppt/media/image2.png" Id="R0c6c109f7f094128" /><Relationship Type="http://schemas.openxmlformats.org/officeDocument/2006/relationships/notesSlide" Target="/ppt/notesSlides/notesSlide4.xml" Id="Rffb06081d40a49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1d0ff6c38c48c1" /><Relationship Type="http://schemas.openxmlformats.org/officeDocument/2006/relationships/image" Target="/ppt/media/image2.png" Id="Reab0e6870c614609" /><Relationship Type="http://schemas.openxmlformats.org/officeDocument/2006/relationships/notesSlide" Target="/ppt/notesSlides/notesSlide5.xml" Id="R10206592fe6b4f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c7f24c9fc34404" /><Relationship Type="http://schemas.openxmlformats.org/officeDocument/2006/relationships/image" Target="/ppt/media/image2.png" Id="R18306f2f5e6e46ae" /><Relationship Type="http://schemas.openxmlformats.org/officeDocument/2006/relationships/notesSlide" Target="/ppt/notesSlides/notesSlide6.xml" Id="R459709560f9443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0ad768d5bd487e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785B07B9-A36E-4F11-8E58-2CAC80CFB3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SURAKSHAKHADYA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09F7983B-3496-4313-ABAB-BD1C79E7D0D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</a:t>
            </a:r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5419578-C696-4E94-ACE8-16BDE3EA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6" y="2076450"/>
            <a:ext cx="5924550" cy="548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Problem Statement ID – To be filled on portal</a:t>
            </a:r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Title – Farm-to-Fork Food Safety Traceability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 – Agriculture &amp; Food Safety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 – Software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ID – To be filled on portal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Name – SurakshaKhadya</a:t>
            </a:r>
          </a:p>
        </p:txBody>
      </p:sp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718b4a15143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441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2CC2006-6970-4017-A18A-D45E86EB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A868D9E7-90F5-405A-BFB1-143FF18C66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IDEA TITLE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BCDAA608-3B56-49F2-AA6A-BF118D11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64921"/>
            <a:ext cx="12191999" cy="50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3200" b="1" u="sng">
                <a:solidFill>
                  <a:schemeClr val="tx2"/>
                </a:solidFill>
                <a:latin typeface="Arial"/>
                <a:ea typeface="Arial"/>
                <a:cs typeface="Arial"/>
              </a:rPr>
              <a:t>SurakshaKhadya — trusted food traceability from farm to fork</a:t>
            </a:r>
            <a:endParaRPr sz="32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t/>
            </a: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t>• Registers every harvest as a unique batch with location, date, crop and quantity</a:t>
            </a: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• Creates a public QR trace link for shoppers to scan at the point of purchase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• Records aggregation, logistics and retail handoffs in an ordered tamper-evident ledger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• Shows pesticide-residue lab status, certificates and recall flags before consumption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• Gives farmers, aggregators, distributors, retailers and regulators role-specific workflows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DA0C4A-118A-4E49-B609-EE518113E2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6142F0A-7B40-4128-8E42-1BA1F1C604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SurakshaKhadya</a:t>
            </a:r>
            <a:endParaRPr/>
          </a:p>
        </p:txBody>
      </p:sp>
      <p:pic>
        <p:nvPicPr>
          <p:cNvPr id="15370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3f8bfdf114b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4065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6E5364F0-A998-463E-8997-0E74F674EC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37C7F41C-7FCF-476D-91F8-FD51E3C1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521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Next.js + TypeScript web application with Supabase authentication and PostgreSQL.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FLOW: Farmer creates batch → QR trace link → Aggregator receives / tests → Distributor handoff → Retailer updates → Consumer scans → Regulator audits.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Each handoff stores actor, stage, location, notes, time, previous hash and SHA-256 hash. The app verifies the complete ledger chain; Polygon anchoring is kept as an optional future integration point.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DB340C-A7B3-4A3E-9504-20E9687304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95C23BD0-19A7-4488-BF48-1B57D2DBB0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SurakshaKhadya</a:t>
            </a:r>
            <a:endParaRPr/>
          </a:p>
        </p:txBody>
      </p:sp>
      <p:pic>
        <p:nvPicPr>
          <p:cNvPr id="174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19a665bd046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4984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4EFEFC85-CCFC-4DD7-9E82-9113AD4699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0F632E8B-52A7-4A2A-B0D6-F9FBEF4D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478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• Working role-based dashboards already cover farmer, aggregator, distributor, retailer and regulator journeys.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• QR lookup and scanner provide a simple consumer entry point; no app installation is required.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• Supabase provides deployable authentication, database and row-level access control foundations.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• Lab results and recall status are explicit safety signals, not hidden inside supply-chain records.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• Risks: incomplete field data, low onboarding and connectivity. Mitigation: short forms, mandatory stage checks and QR-first public access.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B55452-BB48-48CD-824D-FADFEF3B64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4114011-D52C-4174-975A-BA20782DE8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SurakshaKhadya</a:t>
            </a:r>
            <a:endParaRPr/>
          </a:p>
        </p:txBody>
      </p:sp>
      <p:pic>
        <p:nvPicPr>
          <p:cNvPr id="1741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c109f7f0941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6E6C281D-BD1E-4926-AFB8-D4F7894FB3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F27AEF61-D51A-404E-B2A3-23E3E49B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435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Consumers — scan once to see source, journey, safety status and recalls.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Farmers — receive verifiable identity for responsible produce and transparent batch history.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Supply chain — improve accountability at each custody transfer and simplify issue tracing.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Regulators — monitor lab failures, recalls and ledger integrity from one compliance dashboard.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Outcome — safer purchase decisions, faster response to unsafe batches and greater trust in perishables.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D96E18-740D-4EBE-BA5C-402820D224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5140058E-51D6-4DCF-BD30-2E0537523C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SurakshaKhadya</a:t>
            </a:r>
            <a:endParaRPr/>
          </a:p>
        </p:txBody>
      </p:sp>
      <p:pic>
        <p:nvPicPr>
          <p:cNvPr id="1741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0e6870c614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B51F0843-0CEA-4DFF-A10C-C47A9C6B5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E43A8DDD-6DB5-4574-AF4F-F02EDB3D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5263"/>
            <a:ext cx="9385300" cy="478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Implemented project evidence: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• Role-based Next.js application with Supabase data model for batches, handoffs and lab tests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• SHA-256 canonical handoff payload and ledger-chain verification in src/lib/ledger-core.ts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• Public QR trace route and dashboard workflows in the source repository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Supporting standards / reference areas: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• Food traceability practices • pesticide residue testing • recall management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F4662B-7D10-41FC-AD46-D0C64315C1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AAB84A2-5BA3-48E9-8AC3-88E448E5BC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SurakshaKhadya</a:t>
            </a:r>
            <a:endParaRPr/>
          </a:p>
        </p:txBody>
      </p:sp>
      <p:pic>
        <p:nvPicPr>
          <p:cNvPr id="174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06f2f5e6e46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2026-08-27T08:57:58.6690000Z</dcterms:created>
  <dcterms:modified xsi:type="dcterms:W3CDTF">2026-08-27T08:57:58.6690000Z</dcterms:modified>
</coreProperties>
</file>